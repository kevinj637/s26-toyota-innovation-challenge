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Unexpected machine downtime costs manufacturers millions a year. The earliest warning a motor gives before it fails is its own current — so we built a system that reads that current in real time and catches a stall the instant it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makes this hard. When a motor stalls, current spikes — but current also spikes every time the motor starts, the inrush. A naive 'current too high' alarm cries wolf on every power-on. The real signal isn't high current — it's high current that STAYS high. A stall is sustained; a start-up just decays. Telling those apart is the heart of 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hood: six windowed features — level, slope, and whether the current is still rising or holding. We feed a decision tree, on purpose: it's interpretable — here are the exact rules it learned — and it's tiny. The algorithm itself discovered that steadiness (low spread) is what separates a real stall from a start-up inrush.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show you. Running — green. Watch when I power-cycle it — current spikes, but it stays GREEN, no false alarm. Now I actually stall it — RED, in under a tenth of a second. Release — back to green. Start-up ignored, real stall caught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our collected data the detector cleanly separates the three states. Stall is perfectly classified, and crucially a start-up is never predicted as a stall — that's the property that matters. 18 automated tests, simulator-verified before we touched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 doesn't need a laptop. We compiled that same tree into C and flashed it onto the Arduino. The board runs inference on-chip and lights this LED on a stall. Pull the laptop and it still fires — detection at the edge, on a microcontroller.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the method isn't locked to our bench — the same feature code runs unchanged on Toyota's real 8-DOF arm telemetry, across the whole fleet, and surfaces the most stressed joints. With labeled fault data it scales to production predictive maintenance. (Be honest: this shows the method transfers — we are NOT claiming we detected stalls on the arm; that data is unlabeled.)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human-centered: it catches failures before they cascade — protecting equipment, preventing unplanned line stops, keeping workers out of harm's way. From a 3-dollar motor to a robot fleet — same physics, same code. We turn a motor's current into an early-warning system.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6EDF3"/>
                </a:solidFill>
                <a:latin typeface="Helvetica Neue"/>
              </a:rPr>
              <a:t>Reading a motor's current to catch failure</a:t>
            </a:r>
          </a:p>
          <a:p>
            <a:pPr algn="l">
              <a:spcAft>
                <a:spcPts val="2400"/>
              </a:spcAft>
            </a:pPr>
            <a:r>
              <a:rPr sz="2600" b="0">
                <a:solidFill>
                  <a:srgbClr val="58A6FF"/>
                </a:solidFill>
                <a:latin typeface="Helvetica Neue"/>
              </a:rPr>
              <a:t>Real-time stall detection — live, and on the chip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5B1"/>
                </a:solidFill>
                <a:latin typeface="Helvetica Neue"/>
              </a:rPr>
              <a:t>Toyota Innovation Challenge  ·  Fault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240280"/>
            <a:ext cx="109728" cy="1828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2194560" cy="508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trap: a stall looks like a start-up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Unplanned downtime costs manufacturers millions / year.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A motor's earliest warning is its own current.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A stall spikes the current — but so does every start-up (inrush).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The signal isn't *high* current. It's high current that *stays* high.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Stall = sustained.  Start-up = decays.  Telling them apart is the whole game.</a:t>
            </a:r>
          </a:p>
        </p:txBody>
      </p:sp>
      <p:pic>
        <p:nvPicPr>
          <p:cNvPr id="5" name="Picture 4" descr="signature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486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219456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Current → 6 features → an interpretable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6EDF3"/>
                </a:solidFill>
                <a:latin typeface="Helvetica Neue"/>
              </a:rPr>
              <a:t>•  Slice the current into short windows; extract 6 features — level, spread, slope, trend.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6EDF3"/>
                </a:solidFill>
                <a:latin typeface="Helvetica Neue"/>
              </a:rPr>
              <a:t>•  Feed a small decision tree — chosen on purpose: interpretable, and tiny enough to run on a chip.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6EDF3"/>
                </a:solidFill>
                <a:latin typeface="Helvetica Neue"/>
              </a:rPr>
              <a:t>•  A debounced state machine turns it into green / orange / 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9AA5B1"/>
                </a:solidFill>
                <a:latin typeface="Helvetica Neue"/>
              </a:rPr>
              <a:t>The rule it LEARNED (not hand-written):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DA3633"/>
                </a:solidFill>
                <a:latin typeface="Helvetica Neue"/>
              </a:rPr>
              <a:t>mean high  &amp;  steady (low spread)  →  STALL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D29922"/>
                </a:solidFill>
                <a:latin typeface="Helvetica Neue"/>
              </a:rPr>
              <a:t>mean high  &amp;  spiky / decaying      →  start-up  (no alarm)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2194560" cy="50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EA043"/>
                </a:solidFill>
                <a:latin typeface="Helvetica Neue"/>
              </a:rPr>
              <a:t>running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9AA5B1"/>
                </a:solidFill>
                <a:latin typeface="Helvetica Neue"/>
              </a:rPr>
              <a:t>→ GREEN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D29922"/>
                </a:solidFill>
                <a:latin typeface="Helvetica Neue"/>
              </a:rPr>
              <a:t>power-cycle a few times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9AA5B1"/>
                </a:solidFill>
                <a:latin typeface="Helvetica Neue"/>
              </a:rPr>
              <a:t>→ stays green — no false alarm on inrush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DA3633"/>
                </a:solidFill>
                <a:latin typeface="Helvetica Neue"/>
              </a:rPr>
              <a:t>hold the shaft (stall)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9AA5B1"/>
                </a:solidFill>
                <a:latin typeface="Helvetica Neue"/>
              </a:rPr>
              <a:t>→ RED in ~0.1 s</a:t>
            </a:r>
          </a:p>
        </p:txBody>
      </p:sp>
      <p:pic>
        <p:nvPicPr>
          <p:cNvPr id="5" name="Picture 4" descr="dashboard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11680"/>
            <a:ext cx="576072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2194560" cy="50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It works — and never cries wolf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Stall: 100% separated — never missed, never falsely raised.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Start-up is NEVER predicted as a stall (the red-alarm property).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18 automated tests; a physics simulator verified the pipeline before any hardware.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6EDF3"/>
                </a:solidFill>
                <a:latin typeface="Helvetica Neue"/>
              </a:rPr>
              <a:t>•  The tree is readable — we can show a judge exactly why it fired.</a:t>
            </a:r>
          </a:p>
        </p:txBody>
      </p:sp>
      <p:pic>
        <p:nvPicPr>
          <p:cNvPr id="5" name="Picture 4" descr="confusion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4937760" cy="42323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219456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No laptop: the tree runs on the chip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600"/>
              </a:spcAft>
            </a:pPr>
            <a:r>
              <a:rPr sz="2100" b="0">
                <a:solidFill>
                  <a:srgbClr val="E6EDF3"/>
                </a:solidFill>
                <a:latin typeface="Helvetica Neue"/>
              </a:rPr>
              <a:t>•  We compiled the same decision tree into C and flashed it onto the Arduino itself.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E6EDF3"/>
                </a:solidFill>
                <a:latin typeface="Helvetica Neue"/>
              </a:rPr>
              <a:t>•  The board runs inference on-chip and lights an LED on a stall.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E6EDF3"/>
                </a:solidFill>
                <a:latin typeface="Helvetica Neue"/>
              </a:rPr>
              <a:t>•  Pull the laptop — power it from a charger — and it still works. No PC, no cloud.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E6EDF3"/>
                </a:solidFill>
                <a:latin typeface="Helvetica Neue"/>
              </a:rPr>
              <a:t>•  Detection at the edge, on a microcontroller — exactly where a factory sensor lives.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2194560" cy="508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method scales to the factory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800" b="0">
                <a:solidFill>
                  <a:srgbClr val="E6EDF3"/>
                </a:solidFill>
                <a:latin typeface="Helvetica Neue"/>
              </a:rPr>
              <a:t>•  The exact same feature code runs unchanged on Toyota's real 8-DOF arm telemetry — fleet-wide.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E6EDF3"/>
                </a:solidFill>
                <a:latin typeface="Helvetica Neue"/>
              </a:rPr>
              <a:t>•  An unsupervised pass flags the most mechanically-stressed joints (the shoulder/elbow) — physically right.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E6EDF3"/>
                </a:solidFill>
                <a:latin typeface="Helvetica Neue"/>
              </a:rPr>
              <a:t>•  With labeled fault data, the same approach becomes production predictive maintenance.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5B1"/>
                </a:solidFill>
                <a:latin typeface="Helvetica Neue"/>
              </a:rPr>
              <a:t>(Real faults aren't labeled in this data — this shows the method transfers, not arm fault detection.)</a:t>
            </a:r>
          </a:p>
        </p:txBody>
      </p:sp>
      <p:pic>
        <p:nvPicPr>
          <p:cNvPr id="5" name="Picture 4" descr="fleet_anoma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577840" cy="309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2194560" cy="50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Catches failures before they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600"/>
              </a:spcAft>
            </a:pPr>
            <a:r>
              <a:rPr sz="2000" b="0">
                <a:solidFill>
                  <a:srgbClr val="E6EDF3"/>
                </a:solidFill>
                <a:latin typeface="Helvetica Neue"/>
              </a:rPr>
              <a:t>•  Safety: an early stall alarm prevents motor burnout and equipment damage.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E6EDF3"/>
                </a:solidFill>
                <a:latin typeface="Helvetica Neue"/>
              </a:rPr>
              <a:t>•  Human-centered: less unplanned downtime, fewer line stops, workers kept out of harm's way.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E6EDF3"/>
                </a:solidFill>
                <a:latin typeface="Helvetica Neue"/>
              </a:rPr>
              <a:t>•  Built and verified safely on a low-voltage, current-limited bench.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58A6FF"/>
                </a:solidFill>
                <a:latin typeface="Helvetica Neue"/>
              </a:rPr>
              <a:t>From a $3 motor to a robot fleet — same physics, same code.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6EDF3"/>
                </a:solidFill>
                <a:latin typeface="Helvetica Neue"/>
              </a:rPr>
              <a:t>We turn a motor's current into an early-warning system.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